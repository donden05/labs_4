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Время 45 с. Многоагентная система с контролем бюджета Исследовательский проект по теме ВКР Четыре сравнения, единые данные и ограничения. Начать с цели исследования, а не с обещаний роста выручки. Обозначить индивидуальный формат и воспроизводимые результаты.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Время 70 с. Категории конкурируют за общий бюджет скидок Прогноз: покупка в категории в следующую неделю Решение: дискретная скидка с ограничением маржи. Пояснить, почему одинаковая скидка может тратить бюджет на и без того вероятную покупку. Целевой эффект скидки отделён от вероятности покупки.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Время 75 с. H1. LLM полезнее частоты прошлых покупок H2. Fusion улучшает одномодальный baseline H3. Кооперация увеличивает прибыль симуляции H4. Устойчивый оптимизатор переносится. Подчеркнуть, что каждая гипотеза может быть отвергнута и что отрицательный результат остаётся в защите.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Время 60 с. По 12 источников в четырёх обзорах 36 уникальных источников в итоговой матрице Языковые и игровые benchmark не доказывают эффект скидки. Показать матрицу с ограничениями и идеями репликации. Не называть препринты журнальными публикациями.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Время 85 с. 1,469,307 транзакций в исходной версии 200 покупателей и 8 категорий в основной панели 20 новых покупателей для переноса Спрос при новой скидке и себестоимость заданы в симуляции. Открыть manifest и паспорт. Показать контрольные суммы, исключённые строки и происхождение двух связанных наборов.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Время 90 с. Четыре недели истории до целевой покупки Train, validation и test идут по времени Пограничные окна удалены, словарь и масштабирование только train Победитель фиксируется до test. Нарисовать временные границы. Показать тест изменения будущих транзакций и отсутствие будущих полей в истории.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Время 100 с. Qwen/Qwen2.5-0.5B-Instruct Zero-shot и six-shot, две инструкции, INT8 Test Macro-F1: 0.398; частотный контроль: 0.571 Constrained JSON и отдельные свободные пробы. Пояснить нормирование logits цифр и структурную валидность JSON. Показать один свободный ответ и фактическую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Время 100 с. Восемь схем, обязательные text/numbers/image baseline Выбрано: early Поправка на множественные сравнения снимает значимость прироста. Прочитать поправленное p-value. Пояснить, почему одинаковый первичный ряд в трёх представлениях не создаёт новые данные.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Время 100 с. Восемь алгоритмов, Uniform и одноагентный PPO Выбрано: COMA Прибыль относится к симуляции; преимущество над Uniform мало. Расписать награду и hard projection. Сравнить прибыль с Uniform, указать размер различия и ограничения доверительного интервала.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Время 90 с. Восемь методов, пять seed, одинаковые начальные веса Выбрано: AdamW Test максимум отдельного метода не меняет выбор. Показать совпадающие хеши инициализации и порядок mini-batch. Разделить tuning seed и пять финальных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Время 85 с. История и каталог; LLM и компактный прогноз Агенты категорий предлагают скидки Контроллер проверяет бюджет и минимальную маржу Офлайн-демо воспроизводит сохранённый ответ LLM. Запустить demo.py. Показать исходный и применённый вектор скидок, бюджет и минимальную маржу. Новых предложений покупателям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Время 85 с. Изображение производно от того же ряда Проверены пропуски модальностей и отсутствие кооперации Короткий бюджет не доказывает сходимости Объединённый контур не проходил отдельный causal тест. Открыть таблицы абляций и стресс-тестов. Объяснить, почему короткий training не доказывает превосходства алгоритмического семейства.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Время 75 с. Один магазин, малый тест LLM, допущения спроса Демография исключена, прокси-смещения всё ещё возможны Реальные предложения и цены не изменяются Перед внедрением нужен рандомизированный эксперимент. Обсудить смещения, перенос между магазинами и отсутствие причинной идентификации. Пояснить требования к следующему эксперименту.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Время 60 с. H1: не подтверждена; H2: нет после поправки H3: не подтверждена; H4: подтверждена локально H4 относится к пяти seed и одному фиксированному test Следующий шаг: реальные показы предложений и A/B-протокол. Вернуться к четырём гипотезам и ограниченному выводу. Передать слово для вопросов; держать подготовленными исходные таблицы и архив.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  <a:latin typeface="Arial"/>
              </a:defRPr>
            </a:pPr>
            <a:r>
              <a:t>Персонализированные скидки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Многоагентная система с контролем бюджета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Исследовательский проект по теме ВКР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Четыре сравнения, единые данные и ограничения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7C8B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  <a:latin typeface="Arial"/>
              </a:defRPr>
            </a:pPr>
            <a:r>
              <a:t>Проблема и постановка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Категории конкурируют за общий бюджет скидок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Прогноз: покупка в категории в следующую неделю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Решение: дискретная скидка с ограничением маржи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7C8B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  <a:latin typeface="Arial"/>
              </a:defRPr>
            </a:pPr>
            <a:r>
              <a:t>Четыре проверяемые гипотезы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H1. LLM полезнее частоты прошлых покупок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H2. Fusion улучшает одномодальный baseline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H3. Кооперация увеличивает прибыль симуляции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H4. Устойчивый оптимизатор переносится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7C8B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  <a:latin typeface="Arial"/>
              </a:defRPr>
            </a:pPr>
            <a:r>
              <a:t>Литература обосновывает контроль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По 12 источников в четырёх обзорах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36 уникальных источников в итоговой матрице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Языковые и игровые benchmark не доказывают эффект скидки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7C8B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  <a:latin typeface="Arial"/>
              </a:defRPr>
            </a:pPr>
            <a:r>
              <a:t>Реальные данные и модельные допущения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1,469,307 транзакций в исходной версии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200 покупателей и 8 категорий в основной панели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20 новых покупателей для переноса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Спрос при новой скидке и себестоимость заданы в симуляции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7C8B"/>
                </a:solidFill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  <a:latin typeface="Arial"/>
              </a:defRPr>
            </a:pPr>
            <a:r>
              <a:t>Временной тест исключает будущее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Четыре недели истории до целевой покупки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Train, validation и test идут по времени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Пограничные окна удалены, словарь и масштабирование только train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Победитель фиксируется до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7C8B"/>
                </a:solidFill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  <a:latin typeface="Arial"/>
              </a:defRPr>
            </a:pPr>
            <a:r>
              <a:t>LLM: восемь моделей, один формат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Qwen/Qwen2.5-0.5B-Instruct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Zero-shot и six-shot, две инструкции, INT8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Test Macro-F1: 0.398; частотный контроль: 0.571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Constrained JSON и отдельные свободные пробы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7C8B"/>
                </a:solidFill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  <a:latin typeface="Arial"/>
              </a:defRPr>
            </a:pPr>
            <a:r>
              <a:t>Мультимодальность: эффект ограничен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200">
                <a:solidFill>
                  <a:srgbClr val="414850"/>
                </a:solidFill>
                <a:latin typeface="Arial"/>
              </a:defRPr>
            </a:pPr>
            <a:r>
              <a:t>Восемь схем, обязательные text/numbers/image baseline</a:t>
            </a:r>
          </a:p>
          <a:p>
            <a:pPr>
              <a:spcAft>
                <a:spcPts val="2400"/>
              </a:spcAft>
              <a:defRPr sz="2200">
                <a:solidFill>
                  <a:srgbClr val="414850"/>
                </a:solidFill>
                <a:latin typeface="Arial"/>
              </a:defRPr>
            </a:pPr>
            <a:r>
              <a:t>Выбрано: early</a:t>
            </a:r>
          </a:p>
          <a:p>
            <a:pPr>
              <a:spcAft>
                <a:spcPts val="2400"/>
              </a:spcAft>
              <a:defRPr sz="2200">
                <a:solidFill>
                  <a:srgbClr val="414850"/>
                </a:solidFill>
                <a:latin typeface="Arial"/>
              </a:defRPr>
            </a:pPr>
            <a:r>
              <a:t>Поправка на множественные сравнения снимает значимость прироста</a:t>
            </a:r>
          </a:p>
        </p:txBody>
      </p:sp>
      <p:pic>
        <p:nvPicPr>
          <p:cNvPr id="4" name="Picture 3" descr="Мультимодальность: эффект ограничен. Восемь схем, обязательные text/numbers/image baseline Выбрано: early Поправка на множественные сравнения снимает значимость прирост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74519"/>
            <a:ext cx="6217920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7C8B"/>
                </a:solidFill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  <a:latin typeface="Arial"/>
              </a:defRPr>
            </a:pPr>
            <a:r>
              <a:t>MARL: ограничения важнее среднего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200">
                <a:solidFill>
                  <a:srgbClr val="414850"/>
                </a:solidFill>
                <a:latin typeface="Arial"/>
              </a:defRPr>
            </a:pPr>
            <a:r>
              <a:t>Восемь алгоритмов, Uniform и одноагентный PPO</a:t>
            </a:r>
          </a:p>
          <a:p>
            <a:pPr>
              <a:spcAft>
                <a:spcPts val="2400"/>
              </a:spcAft>
              <a:defRPr sz="2200">
                <a:solidFill>
                  <a:srgbClr val="414850"/>
                </a:solidFill>
                <a:latin typeface="Arial"/>
              </a:defRPr>
            </a:pPr>
            <a:r>
              <a:t>Выбрано: COMA</a:t>
            </a:r>
          </a:p>
          <a:p>
            <a:pPr>
              <a:spcAft>
                <a:spcPts val="2400"/>
              </a:spcAft>
              <a:defRPr sz="2200">
                <a:solidFill>
                  <a:srgbClr val="414850"/>
                </a:solidFill>
                <a:latin typeface="Arial"/>
              </a:defRPr>
            </a:pPr>
            <a:r>
              <a:t>Прибыль относится к симуляции; преимущество над Uniform мало</a:t>
            </a:r>
          </a:p>
        </p:txBody>
      </p:sp>
      <p:pic>
        <p:nvPicPr>
          <p:cNvPr id="4" name="Picture 3" descr="MARL: ограничения важнее среднего. Восемь алгоритмов, Uniform и одноагентный PPO Выбрано: COMA Прибыль относится к симуляции; преимущество над Uniform мал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74519"/>
            <a:ext cx="6217920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7C8B"/>
                </a:solidFill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  <a:latin typeface="Arial"/>
              </a:defRPr>
            </a:pPr>
            <a:r>
              <a:t>Оптимизатор выбран по валидации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200">
                <a:solidFill>
                  <a:srgbClr val="414850"/>
                </a:solidFill>
                <a:latin typeface="Arial"/>
              </a:defRPr>
            </a:pPr>
            <a:r>
              <a:t>Восемь методов, пять seed, одинаковые начальные веса</a:t>
            </a:r>
          </a:p>
          <a:p>
            <a:pPr>
              <a:spcAft>
                <a:spcPts val="2400"/>
              </a:spcAft>
              <a:defRPr sz="2200">
                <a:solidFill>
                  <a:srgbClr val="414850"/>
                </a:solidFill>
                <a:latin typeface="Arial"/>
              </a:defRPr>
            </a:pPr>
            <a:r>
              <a:t>Выбрано: AdamW</a:t>
            </a:r>
          </a:p>
          <a:p>
            <a:pPr>
              <a:spcAft>
                <a:spcPts val="2400"/>
              </a:spcAft>
              <a:defRPr sz="2200">
                <a:solidFill>
                  <a:srgbClr val="414850"/>
                </a:solidFill>
                <a:latin typeface="Arial"/>
              </a:defRPr>
            </a:pPr>
            <a:r>
              <a:t>Test максимум отдельного метода не меняет выбор</a:t>
            </a:r>
          </a:p>
        </p:txBody>
      </p:sp>
      <p:pic>
        <p:nvPicPr>
          <p:cNvPr id="4" name="Picture 3" descr="Оптимизатор выбран по валидации. Восемь методов, пять seed, одинаковые начальные веса Выбрано: AdamW Test максимум отдельного метода не меняет выбо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74519"/>
            <a:ext cx="6217920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7C8B"/>
                </a:solidFill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  <a:latin typeface="Arial"/>
              </a:defRPr>
            </a:pPr>
            <a:r>
              <a:t>Компоненты соединяет контроллер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История и каталог; LLM и компактный прогноз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Агенты категорий предлагают скидки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Контроллер проверяет бюджет и минимальную маржу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Офлайн-демо воспроизводит сохранённый ответ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7C8B"/>
                </a:solidFill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  <a:latin typeface="Arial"/>
              </a:defRPr>
            </a:pPr>
            <a:r>
              <a:t>Отрицательные результаты сохранены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Изображение производно от того же ряда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Проверены пропуски модальностей и отсутствие кооперации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Короткий бюджет не доказывает сходимости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Объединённый контур не проходил отдельный causal тест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7C8B"/>
                </a:solidFill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  <a:latin typeface="Arial"/>
              </a:defRPr>
            </a:pPr>
            <a:r>
              <a:t>Риски и роль человека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Один магазин, малый тест LLM, допущения спроса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Демография исключена, прокси-смещения всё ещё возможны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Реальные предложения и цены не изменяются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Перед внедрением нужен рандомизированный эксперимент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7C8B"/>
                </a:solidFill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  <a:latin typeface="Arial"/>
              </a:defRPr>
            </a:pPr>
            <a:r>
              <a:t>Вывод: сложность требует доказательства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H1: не подтверждена; H2: нет после поправки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H3: не подтверждена; H4: подтверждена локально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H4 относится к пяти seed и одному фиксированному test</a:t>
            </a:r>
          </a:p>
          <a:p>
            <a:pPr>
              <a:spcAft>
                <a:spcPts val="2400"/>
              </a:spcAft>
              <a:defRPr sz="2500">
                <a:solidFill>
                  <a:srgbClr val="414850"/>
                </a:solidFill>
                <a:latin typeface="Arial"/>
              </a:defRPr>
            </a:pPr>
            <a:r>
              <a:t>Следующий шаг: реальные показы предложений и A/B-протокол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7C8B"/>
                </a:solidFill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